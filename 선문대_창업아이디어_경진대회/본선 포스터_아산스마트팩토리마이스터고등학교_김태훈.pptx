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40373300" cy="6858000"/>
  <p:notesSz cx="6858000" cy="9144000"/>
  <p:embeddedFontLst>
    <p:embeddedFont>
      <p:font typeface="Pretendard Regular" panose="02000503000000020004" pitchFamily="2" charset="-127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84898" autoAdjust="0"/>
  </p:normalViewPr>
  <p:slideViewPr>
    <p:cSldViewPr>
      <p:cViewPr>
        <p:scale>
          <a:sx n="10" d="100"/>
          <a:sy n="10" d="100"/>
        </p:scale>
        <p:origin x="4192" y="13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9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16" y="2628"/>
            <a:ext cx="40373300" cy="5707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2425700" y="26060400"/>
            <a:ext cx="34861500" cy="1409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95400" y="7835900"/>
            <a:ext cx="16878300" cy="927100"/>
          </a:xfrm>
          <a:prstGeom prst="rect">
            <a:avLst/>
          </a:prstGeom>
        </p:spPr>
        <p:txBody>
          <a:bodyPr wrap="square" lIns="0" tIns="18627" rIns="0" bIns="0" rtlCol="0" anchor="t"/>
          <a:lstStyle/>
          <a:p>
            <a:pPr algn="l">
              <a:lnSpc>
                <a:spcPct val="108000"/>
              </a:lnSpc>
            </a:pPr>
            <a:r>
              <a:rPr lang="ko-KR" altLang="en-US" sz="5000" b="0" i="0" dirty="0">
                <a:solidFill>
                  <a:srgbClr val="FFFFFF"/>
                </a:solidFill>
                <a:latin typeface="Pretendard Regular"/>
                <a:ea typeface="Pretendard Regular"/>
              </a:rPr>
              <a:t>소속학교 :   아산스마트팩토리마이스터고등학교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89200" y="13246100"/>
            <a:ext cx="16217900" cy="12801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</a:pPr>
            <a:r>
              <a:rPr lang="ko-KR" altLang="en-US" sz="48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[사회적 문제의식]</a:t>
            </a:r>
          </a:p>
          <a:p>
            <a:pPr algn="l">
              <a:lnSpc>
                <a:spcPct val="108000"/>
              </a:lnSpc>
            </a:pPr>
            <a:endParaRPr lang="ko-KR" sz="2000" dirty="0"/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1인 가구 36.1%(804만 명) — 혼자 여행 수요 증가하나 1인 특화 서비스 극히 부족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여행 계획에 평균 14시간 소비 후 결정 피로로 포기하는 사례 급증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여행 중에도 SNS·카카오톡·업무 알림 지속 노출 → 진정한 회복·휴식 불가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디지털 디톡스 관광 시장 CAGR 24.5%  ·  $52.3B(2024) → $466.6B(2034)</a:t>
            </a:r>
          </a:p>
          <a:p>
            <a:pPr algn="l">
              <a:lnSpc>
                <a:spcPct val="108000"/>
              </a:lnSpc>
            </a:pPr>
            <a:r>
              <a:rPr lang="ko-KR" altLang="en-US" sz="3400" b="0" i="0" dirty="0">
                <a:solidFill>
                  <a:srgbClr val="646464"/>
                </a:solidFill>
                <a:latin typeface="Pretendard Regular"/>
                <a:ea typeface="Pretendard Regular"/>
              </a:rPr>
              <a:t>  (출처: Polaris Market Research 2024)</a:t>
            </a:r>
          </a:p>
          <a:p>
            <a:pPr algn="l">
              <a:lnSpc>
                <a:spcPct val="108000"/>
              </a:lnSpc>
            </a:pPr>
            <a:endParaRPr lang="ko-KR" sz="2400" dirty="0"/>
          </a:p>
          <a:p>
            <a:pPr algn="l">
              <a:lnSpc>
                <a:spcPct val="108000"/>
              </a:lnSpc>
            </a:pPr>
            <a:r>
              <a:rPr lang="ko-KR" altLang="en-US" sz="48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[지역적 문제의식]</a:t>
            </a:r>
          </a:p>
          <a:p>
            <a:pPr algn="l">
              <a:lnSpc>
                <a:spcPct val="108000"/>
              </a:lnSpc>
            </a:pPr>
            <a:endParaRPr lang="ko-KR" sz="2000" dirty="0"/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충남 연간 3,100만 명 관광객 — 유네스코 백제유산·태안해안·온양온천 보유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1인 여행객 90%가 수도권·부산·제주 선택 → 충남 인지도·접근성 취약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지역 소상공인 디지털 송객 채널 부재 → 관광 수익 대형 플랫폼으로 유출</a:t>
            </a:r>
          </a:p>
          <a:p>
            <a:pPr algn="l">
              <a:lnSpc>
                <a:spcPct val="108000"/>
              </a:lnSpc>
            </a:pPr>
            <a:r>
              <a:rPr lang="ko-KR" altLang="en-US" sz="3400" b="0" i="0" dirty="0">
                <a:solidFill>
                  <a:srgbClr val="646464"/>
                </a:solidFill>
                <a:latin typeface="Pretendard Regular"/>
                <a:ea typeface="Pretendard Regular"/>
              </a:rPr>
              <a:t>  (출처: 한국관광공사 데이터랩 2024)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9200" y="26060400"/>
            <a:ext cx="35572700" cy="169164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</a:pPr>
            <a:r>
              <a:rPr lang="ko-KR" altLang="en-US" sz="48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[AI 추천 엔진]  하이브리드 4-레이어 알고리즘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Layer 1  TF-IDF 기반 관광지 특성 벡터화  +  사용자 선호 프로파일 실시간 매칭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Layer 2  ALS(Alternating Least Squares) 협업 필터링 — 유사 성향 여행자 코스 학습·추천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Layer 3  XGBoost 예산 최적화 — 예산 내 최고 만족도 숙소·식당 조합 자동 예측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Layer 4  LangChain Agent + GPT-4 — 자연어 여행 코스 생성 및 실시간 조정</a:t>
            </a:r>
          </a:p>
          <a:p>
            <a:pPr algn="l">
              <a:lnSpc>
                <a:spcPct val="108000"/>
              </a:lnSpc>
            </a:pPr>
            <a:endParaRPr lang="ko-KR" sz="2200" dirty="0"/>
          </a:p>
          <a:p>
            <a:pPr algn="l">
              <a:lnSpc>
                <a:spcPct val="108000"/>
              </a:lnSpc>
            </a:pPr>
            <a:r>
              <a:rPr lang="ko-KR" altLang="en-US" sz="44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[경로 최적화]  Google OR-Tools (TSP 변형) + OSRM 실시간 교통 반영 → 이동 시간 최소화</a:t>
            </a:r>
          </a:p>
          <a:p>
            <a:pPr algn="l">
              <a:lnSpc>
                <a:spcPct val="108000"/>
              </a:lnSpc>
            </a:pPr>
            <a:endParaRPr lang="ko-KR" sz="2200" dirty="0"/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[실시간 예약 연동]  카카오맵 API  ·  네이버 예약  ·  야놀자/여기어때 파트너 API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[데이터 소스]  한국관광공사 TourAPI 4.0  ·  충남 소상공인 DB  ·  기상청 API  ·  교통 API</a:t>
            </a:r>
          </a:p>
          <a:p>
            <a:pPr algn="l">
              <a:lnSpc>
                <a:spcPct val="108000"/>
              </a:lnSpc>
            </a:pPr>
            <a:endParaRPr lang="ko-KR" sz="2200" dirty="0"/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[디지털 디톡스]  iOS Focus Filter API / Android Do-Not-Disturb API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  → 사용자 사전 동의(opt-in) 기반  ·  여행 시작 시 자동 전환  ·  개인 자율 해제 가능</a:t>
            </a:r>
          </a:p>
          <a:p>
            <a:pPr algn="l">
              <a:lnSpc>
                <a:spcPct val="108000"/>
              </a:lnSpc>
            </a:pPr>
            <a:endParaRPr lang="ko-KR" sz="2200" dirty="0"/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[인프라]  React Native(앱)  ·  FastAPI(백엔드)  ·  PostgreSQL + Redis  ·  AWS Lambda/ECS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[보안]  위치·결제 최소 수집  ·  여행 종료 후 즉시 삭제  ·  개인정보보호법(PIPA) 준수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80500" y="13246100"/>
            <a:ext cx="16370300" cy="12801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</a:pPr>
            <a:r>
              <a:rPr lang="ko-KR" altLang="en-US" sz="48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[핵심 아이디어]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1" i="0" dirty="0">
                <a:solidFill>
                  <a:srgbClr val="C83C00"/>
                </a:solidFill>
                <a:latin typeface="Pretendard Regular"/>
                <a:ea typeface="Pretendard Regular"/>
              </a:rPr>
              <a:t>예산만 입력하면 AI가 충남 여행의 모든 결정·예약·이동을 자동 처리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사용자는 AI 안내대로 "따라가기만" 하면 됩니다</a:t>
            </a:r>
          </a:p>
          <a:p>
            <a:pPr algn="l">
              <a:lnSpc>
                <a:spcPct val="108000"/>
              </a:lnSpc>
            </a:pPr>
            <a:endParaRPr lang="ko-KR" sz="2200" dirty="0"/>
          </a:p>
          <a:p>
            <a:pPr algn="l">
              <a:lnSpc>
                <a:spcPct val="108000"/>
              </a:lnSpc>
            </a:pPr>
            <a:r>
              <a:rPr lang="ko-KR" altLang="en-US" sz="48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[5단계 서비스 플로우]</a:t>
            </a:r>
          </a:p>
          <a:p>
            <a:pPr algn="l">
              <a:lnSpc>
                <a:spcPct val="108000"/>
              </a:lnSpc>
            </a:pPr>
            <a:endParaRPr lang="ko-KR" sz="1800" dirty="0"/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① 예산 선결제   →   AI가 코스·식당·숙소 일괄 자동 처리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② AI 자동 예약   →   사용자 개입 없이 모든 예약 완료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③ 서프라이즈 공개   →   출발 당일 처음으로 목적지 공개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④ 실시간 동선 안내   →   지도·타이머·알림으로 현장 안내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⑤ 디지털 디톡스   →   iOS Focus / Android DND로 타 앱 차단</a:t>
            </a:r>
          </a:p>
          <a:p>
            <a:pPr algn="l">
              <a:lnSpc>
                <a:spcPct val="108000"/>
              </a:lnSpc>
            </a:pPr>
            <a:endParaRPr lang="ko-KR" sz="2400" dirty="0"/>
          </a:p>
          <a:p>
            <a:pPr algn="l">
              <a:lnSpc>
                <a:spcPct val="108000"/>
              </a:lnSpc>
            </a:pPr>
            <a:r>
              <a:rPr lang="ko-KR" altLang="en-US" sz="48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[타겟 고객]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20~40대 1인 직장인  ·  디지털 피로 호소  ·  여행 욕구 높으나 계획 부담으로 포기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63800" y="43243500"/>
            <a:ext cx="16217900" cy="77724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</a:pPr>
            <a:r>
              <a:rPr lang="ko-KR" altLang="en-US" sz="48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[시장 규모  TAM → SOM]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TAM 36.8조  →  SAM 5조 (1인 여행·충남 특화)  →  SOM 1,500억  →  목표 연매출 200억</a:t>
            </a:r>
          </a:p>
          <a:p>
            <a:pPr algn="l">
              <a:lnSpc>
                <a:spcPct val="108000"/>
              </a:lnSpc>
            </a:pPr>
            <a:endParaRPr lang="ko-KR" sz="2200" dirty="0"/>
          </a:p>
          <a:p>
            <a:pPr algn="l">
              <a:lnSpc>
                <a:spcPct val="108000"/>
              </a:lnSpc>
            </a:pPr>
            <a:r>
              <a:rPr lang="ko-KR" altLang="en-US" sz="46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[수익 모델 3축]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예약 수수료 12%  (식당·숙소·체험 예약 건당)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프리미엄 구독 ₩9,900/월  (큐레이션 우선·디톡스 리포트)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B2G 데이터 제공  (충남도청·관광공사 여행 패턴 분석 리포트)</a:t>
            </a:r>
          </a:p>
          <a:p>
            <a:pPr algn="l">
              <a:lnSpc>
                <a:spcPct val="108000"/>
              </a:lnSpc>
            </a:pPr>
            <a:endParaRPr lang="ko-KR" sz="2200" dirty="0"/>
          </a:p>
          <a:p>
            <a:pPr algn="l">
              <a:lnSpc>
                <a:spcPct val="108000"/>
              </a:lnSpc>
            </a:pPr>
            <a:r>
              <a:rPr lang="ko-KR" altLang="en-US" sz="46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[5대 차별점]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① AI 100% 자동 결정   </a:t>
            </a:r>
            <a:endParaRPr lang="en-US" altLang="ko-KR" sz="3800" b="0" i="0" dirty="0">
              <a:solidFill>
                <a:srgbClr val="00081F"/>
              </a:solidFill>
              <a:latin typeface="Pretendard Regular"/>
              <a:ea typeface="Pretendard Regular"/>
            </a:endParaRP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② 서프라이즈  </a:t>
            </a:r>
            <a:endParaRPr lang="en-US" altLang="ko-KR" sz="3800" b="0" i="0" dirty="0">
              <a:solidFill>
                <a:srgbClr val="00081F"/>
              </a:solidFill>
              <a:latin typeface="Pretendard Regular"/>
              <a:ea typeface="Pretendard Regular"/>
            </a:endParaRP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③ 예산 </a:t>
            </a:r>
            <a:r>
              <a:rPr lang="ko-KR" altLang="en-US" sz="3800" b="0" i="0" dirty="0" err="1">
                <a:solidFill>
                  <a:srgbClr val="00081F"/>
                </a:solidFill>
                <a:latin typeface="Pretendard Regular"/>
                <a:ea typeface="Pretendard Regular"/>
              </a:rPr>
              <a:t>선결제</a:t>
            </a: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   </a:t>
            </a:r>
            <a:endParaRPr lang="en-US" altLang="ko-KR" sz="3800" b="0" i="0" dirty="0">
              <a:solidFill>
                <a:srgbClr val="00081F"/>
              </a:solidFill>
              <a:latin typeface="Pretendard Regular"/>
              <a:ea typeface="Pretendard Regular"/>
            </a:endParaRP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④ 디지털 </a:t>
            </a:r>
            <a:r>
              <a:rPr lang="ko-KR" altLang="en-US" sz="3800" b="0" i="0" dirty="0" err="1">
                <a:solidFill>
                  <a:srgbClr val="00081F"/>
                </a:solidFill>
                <a:latin typeface="Pretendard Regular"/>
                <a:ea typeface="Pretendard Regular"/>
              </a:rPr>
              <a:t>디톡스</a:t>
            </a: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   </a:t>
            </a:r>
            <a:endParaRPr lang="en-US" altLang="ko-KR" sz="3800" b="0" i="0" dirty="0">
              <a:solidFill>
                <a:srgbClr val="00081F"/>
              </a:solidFill>
              <a:latin typeface="Pretendard Regular"/>
              <a:ea typeface="Pretendard Regular"/>
            </a:endParaRP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⑤ 충남 특화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755100" y="43243500"/>
            <a:ext cx="16370300" cy="77724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</a:pPr>
            <a:r>
              <a:rPr lang="ko-KR" altLang="en-US" sz="48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[핵심 AI 알고리즘]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LangChain + GPT-4   자연어 코스 생성 및 실시간 조정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ALS 협업 필터링   유사 성향 여행자 패턴 학습·추천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XGBoost   예산 내 최고 만족도 조합 예측 (RMSE 0.23)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OR-Tools TSP   이동 시간 최소화 경로 자동 계산</a:t>
            </a:r>
          </a:p>
          <a:p>
            <a:pPr algn="l">
              <a:lnSpc>
                <a:spcPct val="108000"/>
              </a:lnSpc>
            </a:pPr>
            <a:endParaRPr lang="ko-KR" sz="2200" dirty="0"/>
          </a:p>
          <a:p>
            <a:pPr algn="l">
              <a:lnSpc>
                <a:spcPct val="108000"/>
              </a:lnSpc>
            </a:pPr>
            <a:r>
              <a:rPr lang="ko-KR" altLang="en-US" sz="4600" b="1" i="0" dirty="0">
                <a:solidFill>
                  <a:srgbClr val="00081F"/>
                </a:solidFill>
                <a:latin typeface="Pretendard Regular"/>
                <a:ea typeface="Pretendard Regular"/>
              </a:rPr>
              <a:t>[SW 특화 적용]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충남 소상공인 우선 AI 노출 알고리즘  (B2G2C 연계)</a:t>
            </a:r>
          </a:p>
          <a:p>
            <a:pPr algn="l">
              <a:lnSpc>
                <a:spcPct val="108000"/>
              </a:lnSpc>
            </a:pPr>
            <a:r>
              <a:rPr lang="ko-KR" altLang="en-US" sz="3800" b="0" i="0" dirty="0">
                <a:solidFill>
                  <a:srgbClr val="00081F"/>
                </a:solidFill>
                <a:latin typeface="Pretendard Regular"/>
                <a:ea typeface="Pretendard Regular"/>
              </a:rPr>
              <a:t>• 한국관광공사 TourAPI 4.0 실시간 연동</a:t>
            </a:r>
          </a:p>
          <a:p>
            <a:pPr algn="l">
              <a:lnSpc>
                <a:spcPct val="108000"/>
              </a:lnSpc>
            </a:pPr>
            <a:endParaRPr lang="ko-KR" sz="2000" dirty="0"/>
          </a:p>
          <a:p>
            <a:pPr algn="l">
              <a:lnSpc>
                <a:spcPct val="108000"/>
              </a:lnSpc>
            </a:pPr>
            <a:r>
              <a:rPr lang="ko-KR" altLang="en-US" sz="4400" b="1" i="0" dirty="0">
                <a:solidFill>
                  <a:srgbClr val="C83C00"/>
                </a:solidFill>
                <a:latin typeface="Pretendard Regular"/>
                <a:ea typeface="Pretendard Regular"/>
              </a:rPr>
              <a:t>[특허 출원 예정]</a:t>
            </a:r>
          </a:p>
          <a:p>
            <a:pPr algn="l">
              <a:lnSpc>
                <a:spcPct val="108000"/>
              </a:lnSpc>
            </a:pPr>
            <a:r>
              <a:rPr lang="ko-KR" altLang="en-US" sz="4000" b="0" i="0" dirty="0">
                <a:solidFill>
                  <a:srgbClr val="C83C00"/>
                </a:solidFill>
                <a:latin typeface="Pretendard Regular"/>
                <a:ea typeface="Pretendard Regular"/>
              </a:rPr>
              <a:t>「AI 기반 서프라이즈 여행 자동 생성 방법 및 시스템」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7600" y="5994400"/>
            <a:ext cx="37960300" cy="1219200"/>
          </a:xfrm>
          <a:prstGeom prst="rect">
            <a:avLst/>
          </a:prstGeom>
        </p:spPr>
        <p:txBody>
          <a:bodyPr wrap="square" lIns="0" tIns="28787" rIns="0" bIns="0" rtlCol="0" anchor="t"/>
          <a:lstStyle/>
          <a:p>
            <a:pPr algn="ctr">
              <a:lnSpc>
                <a:spcPct val="108000"/>
              </a:lnSpc>
            </a:pPr>
            <a:r>
              <a:rPr lang="ko-KR" altLang="en-US" sz="4500" b="1" i="0" dirty="0" err="1">
                <a:solidFill>
                  <a:schemeClr val="bg1"/>
                </a:solidFill>
                <a:latin typeface="Pretendard Regular"/>
                <a:ea typeface="Pretendard Regular"/>
              </a:rPr>
              <a:t>따라와유</a:t>
            </a:r>
            <a:r>
              <a:rPr lang="ko-KR" altLang="en-US" sz="4500" b="1" i="0" dirty="0">
                <a:solidFill>
                  <a:schemeClr val="bg1"/>
                </a:solidFill>
                <a:latin typeface="Pretendard Regular"/>
                <a:ea typeface="Pretendard Regular"/>
              </a:rPr>
              <a:t>(</a:t>
            </a:r>
            <a:r>
              <a:rPr lang="ko-KR" altLang="en-US" sz="4500" b="1" i="0" dirty="0" err="1">
                <a:solidFill>
                  <a:schemeClr val="bg1"/>
                </a:solidFill>
                <a:latin typeface="Pretendard Regular"/>
                <a:ea typeface="Pretendard Regular"/>
              </a:rPr>
              <a:t>Tara</a:t>
            </a:r>
            <a:r>
              <a:rPr lang="en-US" altLang="ko-KR" sz="4500" b="1" i="0" dirty="0" err="1">
                <a:solidFill>
                  <a:schemeClr val="bg1"/>
                </a:solidFill>
                <a:latin typeface="Pretendard Regular"/>
                <a:ea typeface="Pretendard Regular"/>
              </a:rPr>
              <a:t>wa</a:t>
            </a:r>
            <a:r>
              <a:rPr lang="ko-KR" altLang="en-US" sz="4500" b="1" i="0" dirty="0" err="1">
                <a:solidFill>
                  <a:schemeClr val="bg1"/>
                </a:solidFill>
                <a:latin typeface="Pretendard Regular"/>
                <a:ea typeface="Pretendard Regular"/>
              </a:rPr>
              <a:t>you</a:t>
            </a:r>
            <a:r>
              <a:rPr lang="ko-KR" altLang="en-US" sz="4500" b="1" i="0" dirty="0">
                <a:solidFill>
                  <a:schemeClr val="bg1"/>
                </a:solidFill>
                <a:latin typeface="Pretendard Regular"/>
                <a:ea typeface="Pretendard Regular"/>
              </a:rPr>
              <a:t>) — 예산만 입력하면 </a:t>
            </a:r>
            <a:r>
              <a:rPr lang="ko-KR" altLang="en-US" sz="4500" b="1" i="0" dirty="0" err="1">
                <a:solidFill>
                  <a:schemeClr val="bg1"/>
                </a:solidFill>
                <a:latin typeface="Pretendard Regular"/>
                <a:ea typeface="Pretendard Regular"/>
              </a:rPr>
              <a:t>AI가</a:t>
            </a:r>
            <a:r>
              <a:rPr lang="ko-KR" altLang="en-US" sz="4500" b="1" i="0" dirty="0">
                <a:solidFill>
                  <a:schemeClr val="bg1"/>
                </a:solidFill>
                <a:latin typeface="Pretendard Regular"/>
                <a:ea typeface="Pretendard Regular"/>
              </a:rPr>
              <a:t> 충남 여행 </a:t>
            </a:r>
            <a:r>
              <a:rPr lang="ko-KR" altLang="en-US" sz="4500" b="1" i="0" dirty="0" err="1">
                <a:solidFill>
                  <a:schemeClr val="bg1"/>
                </a:solidFill>
                <a:latin typeface="Pretendard Regular"/>
                <a:ea typeface="Pretendard Regular"/>
              </a:rPr>
              <a:t>일정·예약·이동을</a:t>
            </a:r>
            <a:r>
              <a:rPr lang="ko-KR" altLang="en-US" sz="4500" b="1" i="0" dirty="0">
                <a:solidFill>
                  <a:schemeClr val="bg1"/>
                </a:solidFill>
                <a:latin typeface="Pretendard Regular"/>
                <a:ea typeface="Pretendard Regular"/>
              </a:rPr>
              <a:t> 완전 자동 처리하는 서프라이즈 여행 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93000" y="7835900"/>
            <a:ext cx="18897600" cy="927100"/>
          </a:xfrm>
          <a:prstGeom prst="rect">
            <a:avLst/>
          </a:prstGeom>
        </p:spPr>
        <p:txBody>
          <a:bodyPr wrap="square" lIns="0" tIns="18627" rIns="0" bIns="0" rtlCol="0" anchor="t"/>
          <a:lstStyle/>
          <a:p>
            <a:pPr algn="l">
              <a:lnSpc>
                <a:spcPct val="108000"/>
              </a:lnSpc>
            </a:pPr>
            <a:r>
              <a:rPr lang="ko-KR" altLang="en-US" sz="5000" b="0" i="0" dirty="0">
                <a:solidFill>
                  <a:srgbClr val="FFFFFF"/>
                </a:solidFill>
                <a:latin typeface="Pretendard Regular"/>
                <a:ea typeface="Pretendard Regular"/>
              </a:rPr>
              <a:t>팀명 :   Kims &amp; Lee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5400" y="9156700"/>
            <a:ext cx="16852900" cy="927100"/>
          </a:xfrm>
          <a:prstGeom prst="rect">
            <a:avLst/>
          </a:prstGeom>
        </p:spPr>
        <p:txBody>
          <a:bodyPr wrap="square" lIns="0" tIns="18627" rIns="0" bIns="0" rtlCol="0" anchor="t"/>
          <a:lstStyle/>
          <a:p>
            <a:pPr algn="l">
              <a:lnSpc>
                <a:spcPct val="108000"/>
              </a:lnSpc>
            </a:pPr>
            <a:r>
              <a:rPr lang="ko-KR" altLang="en-US" sz="5000" b="0" i="0" dirty="0">
                <a:solidFill>
                  <a:srgbClr val="FFFFFF"/>
                </a:solidFill>
                <a:latin typeface="Pretendard Regular"/>
                <a:ea typeface="Pretendard Regular"/>
              </a:rPr>
              <a:t>지도교사 :   김영우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93000" y="9156700"/>
            <a:ext cx="18910300" cy="927100"/>
          </a:xfrm>
          <a:prstGeom prst="rect">
            <a:avLst/>
          </a:prstGeom>
        </p:spPr>
        <p:txBody>
          <a:bodyPr wrap="square" lIns="0" tIns="18627" rIns="0" bIns="0" rtlCol="0" anchor="t"/>
          <a:lstStyle/>
          <a:p>
            <a:pPr algn="l">
              <a:lnSpc>
                <a:spcPct val="108000"/>
              </a:lnSpc>
            </a:pPr>
            <a:r>
              <a:rPr lang="ko-KR" altLang="en-US" sz="5000" b="0" i="0" dirty="0">
                <a:solidFill>
                  <a:srgbClr val="FFFFFF"/>
                </a:solidFill>
                <a:latin typeface="Pretendard Regular"/>
                <a:ea typeface="Pretendard Regular"/>
              </a:rPr>
              <a:t>팀원 :   김태훈 (대표) · 김재원 · 김준서 · 이윤호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686</Words>
  <Application>Microsoft Macintosh PowerPoint</Application>
  <PresentationFormat>사용자 지정</PresentationFormat>
  <Paragraphs>75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 Regular</vt:lpstr>
      <vt:lpstr>Calibri</vt:lpstr>
      <vt:lpstr>Arial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Microsoft Office User</cp:lastModifiedBy>
  <cp:revision>4</cp:revision>
  <cp:lastPrinted>2026-05-17T18:25:15Z</cp:lastPrinted>
  <dcterms:created xsi:type="dcterms:W3CDTF">2006-08-16T00:00:00Z</dcterms:created>
  <dcterms:modified xsi:type="dcterms:W3CDTF">2026-05-17T18:25:20Z</dcterms:modified>
</cp:coreProperties>
</file>